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사내 NDT 자격 필기시험을 CBT 로 옮긴 결과를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모두 사람 손이었습니다. 마지막 줄이 가장 큰 문제였습니다.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화면이 전부입니다. 이름 넣고 종목 고르면 시험이 시작됩니다.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유출을 걱정하지 않아도 됩니다. 조합이 사실상 무한합니다.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채점 실수가 자격 시험에서 나오면 되돌리기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줄이 각각 다른 규정을 보여줍니다. 4번과 5번은 같은 면제자인데 80% 하나로 갈립니다.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계산해서 낸 답이 틀렸다면 계산기 탓이었을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바로 뽑아 낼 수 있습니다. 기록은 퇴사 후 5년 보존입니다.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시행하면 폐기 대장(E02-04)도 함께 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검사를 사람이 아니라 프로그램이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모드는 지금 켜져 있습니다. 시험 전에 끄면 됩니다 —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시험지로 하던 일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문항을 고르고 한글로 시험지를 만든다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인쇄하고 응시자 수만큼 복사한다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폐기 대장에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채점한다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하므로 틀릴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계산해 성적표에 옮겨 적는다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계산기로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보관한다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찾으려면 뒤져야 한다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만료를 달력에 적어 두고 챙긴다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놓치면 자격 없이 검사한 것이 된다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문제은행에 든 문항이 규정 출제 수와 똑같아, 회차마다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브라우저로 여는 사내 시험 시스템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열린다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이름·등급·종목을 고르면 바로 시작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사내망이 아니어도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현장·출장지에서도 응시할 수 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종이도 그대로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단말이 모자라면 시험지를 출력해 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일반·전문 9종목, Level Ⅲ 기초·종목 — 필기시험 전 구간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원문과 우리말을 함께 보여줍니다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HIE-QP-E01 표 3이 정한 문항 수만큼만 뽑는다.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60문항이 있어도 40문항만 나간다.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시험지가 영문이라 그대로 두고 아래에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우리말을 붙였다. 보기도 두 줄로 같이 보여준다.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순서를 회차마다 섞는다.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안 되는 것은 묶어 둔다.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 고른 답이 오른쪽에 쭉 보인다.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번호를 눌러 그 문항으로 바로 건너뛴다.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닫는다.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종료를 누르면 입력한 답이 사라진다고 먼저 알린다.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유형은 셋이다 — 사지선다, 복수 정답(모두 고르세요), 주관식(답을 입력하세요).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시험지를 한 문항씩 옮기고, 규정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60문항 — 규정은 40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26~45문항 — 규정은 20 (TOFD·PAUT 30)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 · 종목 65~107 — 규정은 55 · 65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732520" y="1536192"/>
            <a:ext cx="3310128" cy="356616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32520" y="1920240"/>
            <a:ext cx="33101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24" name="Text 22"/>
          <p:cNvSpPr txBox="1"/>
          <p:nvPr/>
        </p:nvSpPr>
        <p:spPr>
          <a:xfrm>
            <a:off x="8732520" y="2788920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006840" y="40233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문항 28개.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 넣은 문항은 근거 조항을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하나하나 적어 두었습니다.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(종목 NDE Level Ⅲ 승인 —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6.1.2)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절차서 번호 오기 3건 (ET-P11 → ET-P99)   ·   보기가 2~3개뿐이던 86문항을 4지선다로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다른 시험지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HIE-QP-E02 7.3.1 — 문항과 보기 순서를 회차마다 바꾼다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한 종목에서 나올 수 있는 시험지 조합의 수 (60문항 중 40문항)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여기에 보기 순서까지 섞습니다. 같은 시험지가 두 번 나올 일이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옮기면 안 되는 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 확인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보기를 섞어도 채점이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그대로인지 돌려 봤다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채점이 사라졌다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제출과 동시에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않는다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 대조도, 점수 계산도 없다.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종합점수를 자동으로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요구되는 시험의 단순 평균.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 (E01 7.4.4·7.4.5)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문항과 근거를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시험이 그대로 교육이 된다.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자격을 놓치지 않는다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한 화면이 여섯 사람의 자격을 전부 판정합니다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김철수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RT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미완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7335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종이 시행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18745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전문시험이 아직 종이라 점수가 없다.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임의로 합격 처리하지 않고 「미완」으로 둔다.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박민수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MT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246888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→ 종합 77.5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267004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개별은 둘 다 70%를 넘겼다. 종합이 80%에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미쳐 불합격이다. (E01 7.4.5)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이영희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PT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3264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 2026-09-30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46557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 안에 드는 순간 색이 바뀐다.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이미 만료됐다. (E03 6.2.1)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정수빈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VT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05993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면제 · 전문 75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26110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9712 Level Ⅱ 소지자다. 면제받은 사람의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합격선은 80%다 — 75점은 미달. (E01 7.3.7)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최윤석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PT   </a:t>
            </a:r>
            <a:pPr indent="0" marL="0">
              <a:buNone/>
            </a:pPr>
            <a:r>
              <a:rPr lang="en-US" sz="135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 합격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85546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면제 · 전문 85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001000" y="505663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면제자라도 80%를 넘겨 합격.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 2029-08-31 이 자동으로 잡힌다.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홍길동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UT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위반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565099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뒤 18일 만에 재응시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8001000" y="585216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30일이 지나야 한다. 화면 아래에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언제부터인지 적어 준다. (E01 7.5)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만료된 사람이 검사를 나가면 고객 감사에서 바로 지적됩니다. 이제 사람이 기억하지 않아도 됩니다.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덤으로 잡은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 안의 공학용 계산기가 틀린 값을 내고 있었습니다</a:t>
            </a:r>
            <a:endParaRPr lang="en-US" sz="1900" dirty="0"/>
          </a:p>
        </p:txBody>
      </p:sp>
      <p:pic>
        <p:nvPicPr>
          <p:cNvPr id="4" name="Image 0" descr="docs\shots\03-cal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17320"/>
            <a:ext cx="566928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17320"/>
            <a:ext cx="566928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37960" y="1572768"/>
            <a:ext cx="5486400" cy="126187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12280" y="168249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sin(30) = −0.988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6812280" y="2057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 가 나와야 한다. 라디안 기준이었다.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812280" y="23591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굴절각과 스넬의 법칙 계산이 전부 틀린 값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37960" y="3054096"/>
            <a:ext cx="5486400" cy="126187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12280" y="31638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 가 자연로그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35387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상용로그 log₁₀ 여야 한다.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812280" y="38404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dB = 20·log₁₀(A₁/A₂) 가 조용히 틀렸다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537960" y="4535424"/>
            <a:ext cx="5486400" cy="126187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12280" y="46451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 은 누르면 오류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812280" y="50200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함수 자체가 없었다.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812280" y="53218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쓰려던 사람은 그냥 못 썼다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 다 바로잡고 도(°) 모드를 기본으로 두었습니다. 시험지에서만 쓰는 계산기라 아무도 눈치채지 못했습니다.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서식이 저절로 채워진다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요구하는 기록 12종을 구글 시트가 받습니다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제출할 때마다 회차를 다시 세어 갱신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쌓인다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종이로도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단말이 모자라거나 정전일 때는 시험지를 뽑아 씁니다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로고와 이름, 시험 종목, NDE Level,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 번호가 모든 장에 붙는다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제공되는 참고자료를 밝힌다.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유형으로 나눠 두었다 (E02 5.3.2)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로고를 가운데에 옅게 깐다.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않는 농도로 맞췄다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출력은 세 가지 — 시험지(백지) · 응시자가 푼 답안지 ·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서식도 바로 뽑는다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열어 그 부분만 인쇄할 필요가 없습니다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몇 점을 받았는지 한자리에서 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확인할 수 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27 처럼 몇 문항 중 몇 개인지 함께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 · 불합격을 색으로 가른다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채점결과보고서(E02-07)를 뽑는다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단위로 묶어 보는 화면으로 넘어간다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찾거나 등급·검사법으로 거를 수 있습니다. 응시 기록은 구글 시트에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굴러가나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손대는 자리는 첫 칸과 마지막 칸뿐입니다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에서 문항·출제 수·절차서를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돌리고 GitHub 에 올린다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이 스스로 빌드해 웹에  2~3분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응시자가 주소로 들어와 시험을 친다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제출하면 구글 시트에 한 줄이 붙는다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화면에서 결과와 이력을 본다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두지 않았습니다. 화면은 GitHub Pages, 기록은 구글 시트 — 둘 다 회사가 이미 쓰는 것이라 유지비가 들지 않습니다.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옮기려면 규정을 한 줄씩 다시 읽어야 했습니다. 그러다 드러났습니다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종목을 일반 40 · 전문 25로 못 박아 두었다.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정하지 않아 은행 전체가 나갔다.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문항이 규정 출제 수와 똑같았다.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뽑을 것이 없으니 있는 문항이 전부 나간다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그대로 옮겼다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임의로 정한 숫자가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값까지 기계가 대조합니다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HIE-QP-E01 한글 원본을 읽어, 규칙 문서(E02·E03)와 프로그램이 같은 값을 쓰는지 확인합니다.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잣대 19가지 + 표 3의 12종목. E01 조항 32개를 모두 받아 적었고, 인용 101군데를 원문과 하나씩 맞췄습니다.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검사한다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눈으로 보는 대신 검사를 프로그램으로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938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92938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4144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15868" y="169164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1900" y="192938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190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10812" y="192938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771900" y="244144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64808" y="169164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192938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2084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59752" y="192938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44144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413748" y="169164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69780" y="192938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6978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108692" y="192938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669780" y="244144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116건의 시험값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338328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362102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61872" y="362102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13308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원문과 값까지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515868" y="338328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71900" y="362102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771900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210812" y="362102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3771900" y="413308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64808" y="338328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20840" y="362102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20840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159752" y="362102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6720840" y="413308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9413748" y="338328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9780" y="362102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69780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108692" y="362102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9669780" y="413308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23036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15가지가 모두 통과합니다. 위는 그 가운데 여덟 가지 — 문항을 하나라도 손대면 다시 돌립니다.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것과, 규정을 손봐야 되는 것을 나눴습니다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모드를 시행 모드로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문항이 전부 보이게 해 둔 것을 무작위 출제로 바꾼다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문항 보강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65문항에 은행도 65문항 — 20문항쯤 더 지으면 된다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비밀번호를 서버로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화면 쪽에 들어 있다. 구글 쪽으로 옮긴다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계산할 수 없다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전문시험을 CBT 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시행하도록 정하고 있다 (E02 5.2.3)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시스템은 필기만 다룬다 (E01 7.3.1)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 —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2026-08-28T04:42:03Z</dcterms:created>
  <dcterms:modified xsi:type="dcterms:W3CDTF">2026-08-28T04:42:03Z</dcterms:modified>
</cp:coreProperties>
</file>