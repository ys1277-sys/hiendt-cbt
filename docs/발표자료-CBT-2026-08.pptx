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 시험지가 영문이라 그대로 두고 아래에 우리말을 붙였습니다.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자격이 만료된 사람이 검사하면 고객 감사에서 바로 지적됩니다. 그걸 사람이 기억하지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옮기지 않았으면 몰랐을 것들입니다. 첫 번째는 감사 지적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검사를 사람이 아니라 프로그램이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실제 시험을 치기 전에 반드시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시험지로 하던 일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브라우저로 여는 사내 시험 시스템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사내망이 아니어도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현장·출장지에서도 응시할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종이도 그대로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단말이 모자라면 시험지를 출력해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일반·전문 9종목, Level Ⅲ 기초·종목 — 필기시험 전 구간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417320"/>
            <a:ext cx="978408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17320" y="1417320"/>
            <a:ext cx="9784080" cy="43434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417320" y="5897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6172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문항 수만큼만 뽑는다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727448" y="5897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727448" y="6172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답을 한눈에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037576" y="5897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037576" y="6172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안에서 열고 닫는다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다른 시험지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HIE-QP-E02 7.3.1 — 문항과 보기 순서를 회차마다 바꾼다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한 종목에서 나올 수 있는 시험지 조합의 수 (60문항 중 40문항)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보기 순서까지 섞습니다.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 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그대로인지 돌려 봤다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채점이 사라졌다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자격을 놓치지 않는다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기록을 사람 단위로 묶어 만료까지 봅니다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9776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5532120"/>
            <a:ext cx="2628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833872"/>
            <a:ext cx="2628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명단이 자동으로 나온다 (E03 6.2.1)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515868" y="5532120"/>
            <a:ext cx="2628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 1년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515868" y="5833872"/>
            <a:ext cx="2628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시력이 만료되면 잡힌다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64808" y="5532120"/>
            <a:ext cx="2628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 30일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64808" y="5833872"/>
            <a:ext cx="2628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규정보다 일찍 친 것을 찾아낸다 (E01 7.5)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413748" y="5532120"/>
            <a:ext cx="2628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 면제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413748" y="5833872"/>
            <a:ext cx="2628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ASNT·ISO 9712 소지자는 합격선이 80%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서식이 저절로 채워진다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요구하는 기록 12종을 구글 시트가 받습니다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서식도 바로 뽑는다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열어 그 부분만 인쇄할 필요가 없습니다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손대는 자리는 첫 칸과 마지막 칸뿐입니다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에서 문항·출제 수·절차서를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돌리고 GitHub 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이 스스로 빌드해 웹에 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주소로 들어와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시트에 한 줄이 붙는다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화면에서 결과와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두지 않았습니다. 화면은 GitHub Pages, 기록은 구글 시트 — 둘 다 회사가 이미 쓰는 것이라 유지비가 들지 않습니다.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옮기다 찾아낸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한 줄씩 다시 읽어야 했습니다. 그러다 드러났습니다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475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35640" y="1847088"/>
            <a:ext cx="914400" cy="402336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835640" y="18470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7007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규정보다 5문항 적게 나갔다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0312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두었는데 E01 표 3은 종목마다 다르다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743200"/>
            <a:ext cx="11475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35640" y="3017520"/>
            <a:ext cx="914400" cy="402336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35640" y="301752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87121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27355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전체가 나갔다. 시험시간 2시간에 문항당 69초였다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913632"/>
            <a:ext cx="11475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35640" y="4187952"/>
            <a:ext cx="914400" cy="402336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35640" y="41879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04164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 오타와 잘못된 정답이 있었다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4439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· 잘못된 정답 4건 · 겹친 보기 1건 · 절차서 번호 오기 3건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35640" y="5358384"/>
            <a:ext cx="914400" cy="402336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35640" y="53583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2120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계산기가 조용히 틀린 값을 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61441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sin(30)이 라디안이라 −0.988, log가 자연로그라 dB 계산이 전부 틀렸다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그대로 옮겼다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정한 숫자가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값까지 기계가 대조합니다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한글 원본을 읽어, 규칙 문서(E02·E03)와 프로그램이 같은 값을 쓰는지 확인합니다.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잣대 19가지 + 표 3의 12종목. E01 조항 32개를 모두 받아 적었고, 인용 101군데를 원문과 하나씩 맞췄습니다.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검사한다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눈으로 보는 대신 검사를 프로그램으로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586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90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1081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7190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6480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41374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6978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6978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10869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66978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116건의 시험값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원문과 값까지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1586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7190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7190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21081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377190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6480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2084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2084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15975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41374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978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6978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10869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66978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23036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15가지가 모두 통과합니다. 위는 그 가운데 여덟 가지 — 문항을 하나라도 손대면 다시 돌립니다.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솔직하게 말씀드립니다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475720" cy="8046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73936"/>
            <a:ext cx="384048" cy="38404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73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4592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모드를 시행 모드로 바꿔야 한다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607040" y="179222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 전 필수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9339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은행 문항이 전부 보이게 해 두었습니다. 실제 시험 전에 무작위 출제로 바꿉니다.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14757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706624"/>
            <a:ext cx="384048" cy="384048"/>
          </a:xfrm>
          <a:prstGeom prst="ellipse">
            <a:avLst/>
          </a:prstGeom>
          <a:solidFill>
            <a:srgbClr val="8080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2706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는 여유 문항이 없다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9260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65문항에 은행도 65문항이라 회차마다 같은 문항이 나갑니다.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438144"/>
            <a:ext cx="114757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639312"/>
            <a:ext cx="384048" cy="384048"/>
          </a:xfrm>
          <a:prstGeom prst="ellipse">
            <a:avLst/>
          </a:prstGeom>
          <a:solidFill>
            <a:srgbClr val="80808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511296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종이다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85876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시행하도록 정하고 있습니다 (E02 5.2.3). 옮기려면 규정부터 고쳐야 합니다.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4370832"/>
            <a:ext cx="114757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80808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44398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비밀번호를 제대로 막아야 한다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791456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화면 쪽에 들어 있어 마음먹으면 들여다볼 수 있습니다.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303520"/>
            <a:ext cx="114757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5504688"/>
            <a:ext cx="384048" cy="384048"/>
          </a:xfrm>
          <a:prstGeom prst="ellipse">
            <a:avLst/>
          </a:prstGeom>
          <a:solidFill>
            <a:srgbClr val="80808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5504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37667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실증은 다루지 않는다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724144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결과만으로 합격 처리하지 않도록 화면에 밝혀 적습니다 (E01 7.3.1).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2026-08-28T04:20:44Z</dcterms:created>
  <dcterms:modified xsi:type="dcterms:W3CDTF">2026-08-28T04:20:44Z</dcterms:modified>
</cp:coreProperties>
</file>