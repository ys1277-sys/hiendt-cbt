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걸음이 하루에 수백 번 돌았습니다. 빠르게 도니까 겁내지 않고 고칠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 하나가 네 칸으로 나뉘어 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저장하는 순간 여기가 다시 그려집니다.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창을 열어 확인할 일이 없습니다.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고치고 · 보고 · 되돌린다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 네 걸음으로 돌아갔습니다. 한 바퀴가 몇 초입니다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33347" y="1719072"/>
            <a:ext cx="475488" cy="47548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33347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하나 바꾼다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120분으로 두는 줄 하나를 고칩니다.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9354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2726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9145" y="1719072"/>
            <a:ext cx="475488" cy="47548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9145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32454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32454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저장하면 바로 뜬다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0742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화면에 시계가 나타납니다. 눈으로 그 자리에서 확인합니다.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4934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78524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4943" y="1719072"/>
            <a:ext cx="475488" cy="475488"/>
          </a:xfrm>
          <a:prstGeom prst="ellipse">
            <a:avLst/>
          </a:prstGeom>
          <a:solidFill>
            <a:srgbClr val="BF8F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4494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8252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588252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어긋난 데가 없는지 본다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칸에서 검사 도구를 돌립니다. 은행 24개가 다 통과하는지 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05138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34322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00741" y="1719072"/>
            <a:ext cx="475488" cy="47548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00741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44050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남긴다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544050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적어 둔다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62338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달았다」처럼 까닭을 적어 한 덩이로 묶어 둡니다.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895344"/>
            <a:ext cx="11475720" cy="208483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0599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바퀴가 빨라야 끝까지 갈 수 있었습니다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480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놓고 화면을 다시 켜서 확인해야 했다면, 하루에 몇 번 못 고쳤을 것입니다.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눈앞에서 바뀌니 마음 놓고 고쳐 볼 수 있었습니다. 아니다 싶으면 되돌리면 그만이었습니다.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3주 동안 파일 674개를 건드렸고, 파일을 연 횟수로는 1,780번이 되었습니다.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값 하나를 고치면 시험 화면·인쇄물·자격 이력이 한꺼번에 따라옵니다. 그래서 한 군데만 고치면 됩니다.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2026-08-31T05:10:03Z</dcterms:created>
  <dcterms:modified xsi:type="dcterms:W3CDTF">2026-08-31T05:10:03Z</dcterms:modified>
</cp:coreProperties>
</file>