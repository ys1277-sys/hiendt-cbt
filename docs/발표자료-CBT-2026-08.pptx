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는 마이크로소프트가 무료로 내놓은 것입니다. 사는 데 든 돈이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어떻게 판정하나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로 한 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글만 적는 프로그램이 아닙니다. 고치고, 바로 돌려 보고, 잘못됐으면 되돌리는 일을 한자리에서 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452개를 한 화면에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83664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왼쪽에 파일이 나무처럼 펼쳐집니다. 시험 화면 · 문제은행 · 규칙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· 도구가 다 한 창에 있어, 오가며 고칠 수 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420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고치면 그 자리에서 바뀝니다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852928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옆에 띄워 둔 시험 화면이 다시 그려집니다. 「고쳤으니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켜 보자」가 없습니다. 하루에도 수백 번 눈으로 확인했습니다.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112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한 번에 찾아 바꿉니다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2」를 「Level Ⅱ」로 바꾸는 일 하나에도 파일 수십 개가 걸립니다.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곳만 빠뜨리면 그 시험만 이름이 다르게 나갑니다.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4805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터미널이 안에 붙어 있습니다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791456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검사 도구를 창을 옮기지 않고 그 자리에서 돌립니다.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 → 검사한다 → 다시 고친다 가 한 화면에서 끝납니다.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4498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고쳐도 되돌립니다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760720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215번 나눠 저장해 두었습니다. 무엇을 왜 고쳤는지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두어, 어디서 어긋났는지 되짚어 찾아 들어갈 수 있습니다.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다 기억할 수 없는 것을 이 프로그램이 대신 붙들어 줍니다. 그 덕에 혼자서도 끝까지 갈 수 있었습니다.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한 벌을 옮기는 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2026-08-31T04:42:40Z</dcterms:created>
  <dcterms:modified xsi:type="dcterms:W3CDTF">2026-08-31T04:42:40Z</dcterms:modified>
</cp:coreProperties>
</file>