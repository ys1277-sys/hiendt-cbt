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시계는 규정에 있는데 화면에 없던 것입니다. 규정을 한 줄씩 읽지 않았으면 못 찾았을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그림의 아래 칸이 실제로 검사를 돌린 결과입니다. 「전체 통과」가 뜨면 올려도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VS Code 로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창이 세 칸으로 나뉘고, 옆에 시험 화면을 띄워 둡니다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옆에 띄워 둡니다. 저장하는 순간 다시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그려져, 고친 결과를 바로 눈으로 봅니다.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하루를 따라가 보면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 한 줄이 실제로는 이 여섯 걸음이었습니다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2763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79222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시험시간이 몇 분인지부터 찾았습니다. 필기시험 시행 규칙에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「2시간 이내」로 적혀 있었습니다.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4323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23225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 있는 것을 알아챘다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2596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규정은 2시간인데 화면에는 시계가 없었습니다. 응시자도 감독자도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남았는지 알 방법이 없었습니다.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072384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3236976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16736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한자리에 두었다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340156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이라는 숫자를 화면 여기저기에 적지 않고, 이름을 붙여 한 곳에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그 옆에 어느 조항에서 왔는지를 적었습니다.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LIMIT_MIN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877056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041648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붙였다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16736" y="420624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 오른쪽에 남은 시간을 띄우고, 10분이 남으면 빨강으로,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되면 그때까지 표기한 답으로 자동 제출하게 했습니다.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846320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4672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16736" y="47365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확인했다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16736" y="501091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저장하자 옆 화면에 「남은 시간 1:59:55」가 떴습니다.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흔들리지 않게 자릿수를 고정하는 것까지 그 자리에서 봤습니다.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자리에서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48640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565099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4672" y="5650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316736" y="55412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남겼다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1316736" y="5815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달고, 눌러야 할 단추와 아닌 것을 갈랐다」로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두었습니다. 나중에 이 줄만 봐도 까닭을 압니다.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217덩이째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한 줄이 화면의 시계가 되기까지, 반나절이면 됩니다. 어려운 것은 만드는 일이 아니라 빠진 것을 알아채는 일이었습니다.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검사 도구가 잡아내는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볼 수 없어,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67512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67512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570585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 명령을 넣으면 결과가 그 자리에 뜹니다. 창을 옮기지 않습니다.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479792" y="1444752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44384" y="14813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채점이 맞는지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644384" y="17007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1,369문항을 다 풀어 만점이 100점인지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79792" y="2020824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44384" y="20574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644384" y="227685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219,200번 섞어 채점이 어긋나지 않는지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79792" y="2596896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44384" y="2633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44384" y="285292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보기가 두 번 들어갔는지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79792" y="3172968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44384" y="3209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44384" y="34290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자격·시력 만료 116가지를 미리 맞춰 둔 답과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79792" y="3749040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44384" y="37856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규정과 같은지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644384" y="40050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원본의 숫자와 프로그램의 값이 같은지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479792" y="4325112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44384" y="4361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644384" y="45811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건의 우리말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479792" y="4901184"/>
            <a:ext cx="4562856" cy="502920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44384" y="4937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넘치는지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644384" y="515721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쪽을 어색하게 넘어가지 않는지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479792" y="5477256"/>
            <a:ext cx="456285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44384" y="55138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644384" y="57332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군데 적어 두지 않았는지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479792" y="6053328"/>
            <a:ext cx="4562856" cy="54864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79792" y="6053328"/>
            <a:ext cx="4562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 가지 · 명령 한 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05332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놓친 것을 프로그램이 잡습니다. TOFD·PAUT 문항 수가 어긋난 것도 이렇게 드러났습니다.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①-7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2026-08-31T05:46:58Z</dcterms:created>
  <dcterms:modified xsi:type="dcterms:W3CDTF">2026-08-31T05:46:58Z</dcterms:modified>
</cp:coreProperties>
</file>