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치르던 사내 자격 필기시험을 프로그램으로 옮겼습니다. 무엇이 달라졌는지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다 사람 손을 거쳤습니다. 그중에서도 마지막 줄, 만료일을 놓치는 것이 가장 마음에 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개만 기억하셔도 됩니다. 뒤에서 하나씩 화면으로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보는 것은 이 화면 하나입니다. 설명이 필요 없게 만드는 데 시간을 많이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시험을 치르는 그 화면에서 그대로 펼쳐집니다. 종이 절차서를 들고 다닐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시험에서 채점이 한 번 어긋나면 되돌리기가 어렵습니다. 그 자리를 아예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예전에는 이 판정을 사람이 표를 보며 했습니다. 지금은 이 화면 하나가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무엇이 빠졌는지를 적어 보여 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만드는 동안 가장 마음에 걸렸던 것이 이 만료일이었습니다. 여기서 놓치면 되돌릴 방법이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차이는 사람이 보면 놓치기 쉽습니다. 면제받은 사람인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한참 지나 감사에서 나오면 곤란합니다. 그때그때 잡아 두는 편이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뒤질 것 없이 바로 뽑아 냅니다. 기록은 퇴사 뒤 5년까지 남겨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 면제 칸의 근거는 E01 7.3.5 와 7.3.7 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치르면 남은 시험지를 폐기한 기록도 함께 뽑아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7월 13일에 빈 폴더에서 시작했습니다. 중간에 두 번 통째로 갈아엎었고, 그 판들이 아직 보관 폴더에 남아 있습니다. 8월 12일 판으로 이미 시험을 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 온 것이 아니라 우리 규정에 맞춰 지은 것입니다. 그래서 규정이 바뀌면 남에게 맡기지 않고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그림은 실제로 제가 보던 화면입니다. 지금 열려 있는 파일이 종목마다 몇 문항을 낼지 정해 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시계는 규정에 있는데 화면에 없던 것입니다. 규정을 한 줄씩 읽지 않았으면 못 찾았을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없어도 다음 사람이 이어받을 수 있게 두는 것이 마지막까지 신경 쓴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표를 보고 그 자리만 고치면 됩니다. 프로그램 전체를 뒤질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문제가 새어 나갈 걱정을 덜었습니다. 앞사람 시험지를 봐도 소용이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대조표를 보고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모드가 지금 켜져 있습니다. 시험 전에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문장만 남겨 드리고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시간이 넉넉하면 이어서, 짧으면 여기서 마치고 질문 받으시면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무료라는 것이 가장 컸습니다. 결재를 올리고 기다렸으면 3주 안에 못 끝냈을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137개가 tools 에 있습니다. 이게 이 일에서 가장 손이 많이 간 곳입니다.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자판까지 적어 두었으니 관심 있는 분은 따라 해 보셔도 됩니다. VS Code 는 무료로 내려받아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그물이 촘촘할수록 겁내지 않고 고칠 수 있습니다. 되돌릴 수 있다는 것이 가장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이랬다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한 번 치르고 나면, 늘 같은 일이 되풀이됐습니다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한글을 열어 시험지부터 만듭니다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회차가 바뀌면 또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뽑아서 응시자 수만큼 복사합니다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대장에 적어 폐기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맞춰 봅니다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하는 일이라 틀릴 수 있습니다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세어 성적표에 옮겨 적습니다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계산기를 두드려서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꽂아 둡니다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찾으려면 한 장씩 넘겨야 합니다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만료일은 달력에 적어 두고 챙깁니다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놓치면 자격 없이 검사한 셈이 됩니다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게다가 은행에 든 문항 수가 규정이 정한 출제 수와 꼭 같아서, 회차가 바뀌어도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3주 동안 만들었습니다. 사 온 것도, 달마다 나가는 돈도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있던 문항을 하나도 빼지 않고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담고, 모자란 데는 채웠습니다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다릅니다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절차서에서 시험에 관한 것을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빠뜨리지 않고 옮겼습니다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어디를 고쳐도 어긋난 데를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찾아 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양입니다.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직접 짰습니다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않았습니다.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돈이 없습니다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우리 규정과 어긋나 있던 곳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깔 것이 없습니다. 인터넷 창만 열면 바로 시험장이 됩니다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열립니다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넣고 종목만 고르면 바로 시작합니다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현장이든 출장지든 노트북만 있으면 됩니다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종이로 칩니다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영문이라 그대로 두고, 그 아래에 우리말을 나란히 붙였습니다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만큼만 나옵니다. 은행에 60문항이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있어도 그중에서 40개를 뽑습니다.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영문만 놓으면 읽다가 막히고, 우리말만 놓으면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달라집니다. 그래서 둘 다 보여 줍니다.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차례도 시험마다 섞습니다.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말이 안 되는 것은 붙들어 둡니다.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답이 오른쪽에 쭉 보입니다. 번호를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문항으로 바로 건너뜁니다.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닫습니다. 종료를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사라진다고 먼저 물어봅니다.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우리 장비와 절차를 묻습니다. 그래서 절차서를 옆에 펴 놓고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넣으면 그 자리로 바로 갑니다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열립니다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않아도 됩니다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제각각이라 하나로 맞추고, 어색한 번역 문장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문항을 풀고 제출을 누르면, 그 자리에서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않습니다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맞춰 볼 일도, 점수를 셀 일도 없습니다.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점수가 나옵니다.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평균도 저절로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과목마다 70%를 넘겨야 하고, 평균은 80%를 넘겨야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 우리 절차서가 정해 둔 그대로입니다.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문항은 근거와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틀렸는지 그 자리에서 알게 됩니다. 시험이 그대로 공부가 됩니다.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받았는지, 한 화면에서 다 보입니다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무슨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짚어 볼 수 있습니다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문항 중 몇 개를 맞혔는지 함께 적힙니다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합격과 불합격은 색으로 갈라 둡니다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채점결과보고서를 그 자리에서 뽑습니다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묶어 보는 화면으로 넘어갑니다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찾을 수도, 등급이나 검사법으로 걸러 볼 수도 있습니다. 기록은 한곳에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지금까지 친 시험을 전부 모아, 자격이 지금 어떤 상태인지 알려 줍니다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등급과 종목별로 모읍니다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대로 평균을 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합격인지, 불합격인지, 아직 덜 끝났는지를 가려 줍니다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쓸 수 있는 자격인지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있는지, 곧 끝나는지, 이미 끝났는지를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저마다 다른 경우입니다. 한 사람씩 따라가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이렇게 가른다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과목이라도 70%에 못 미치면 안 되고, 평균은 80%를 넘겨야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과목 다 70%는 넘겼습니다. 그런데 평균이 77.5라 80%에 닿지 못했습니다.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들어오지 않았으니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끝난 줄 모르고 검사를 나가면, 고객 감사에서 그대로 지적을 받습니다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받습니다.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 달 안에 드는 순간 색이 바뀝니다.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부서에 알리면 됩니다.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지나면 잡힙니다.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받은 날로부터 1년입니다.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이제는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 면제된다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자격이 있으면 몇 과목은 면제받습니다. 대신 치르는 시험의 합격선이 80%로 올라갑니다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다 같은 자격을 가졌고 같은 전문시험을 쳤습니다. 다른 것은 점수뿐입니다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면제를 받지 않았더라면 70%를 넘겨 붙었을 점수입니다. 면제받은 사람에게는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면제받은 과목은 「면제」로 뜨고 옆에 어느 자격으로 면제받았는지가 붙습니다. 안 친 것과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떨어지면 30일이 지나야 다시 칠 수 있습니다. 그 사이를 세는 일도 사람 몫이었습니다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교육을 받았다는 증거가 있으면 30일 전에도 칠 수 있습니다. 그런 경우인지 확인해 보라고 짚어 줄 뿐, 프로그램이 막지는 않습니다.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일일이 세지 않아도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 쌓인다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남기라고 정해 둔 기록 열두 가지가, 시험을 칠 때마다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제출할 때마다 그 회차를 다시 세어 갱신합니다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남습니다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채워야 하는 서식 아홉 가지도, 찾아다닐 것 없이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5838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정전이 나도 시험은 칩니다. 시험지를 뽑아 종이로 하면 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마크와 이름, 시험 종목, 등급, 쪽 번호가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장에 붙습니다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무엇을 참고할 수 있는지 밝혀 둡니다.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시험마다 달라서 다섯 갈래로 나눠 두었습니다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가운데에 옅게 깝니다.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않을 만큼만 넣었습니다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뽑는 것은 세 가지입니다. 백지 시험지, 응시자가 푼 답안지, 그리고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먼저 혼자 여기까지 만들었다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13일부터 8월 12일까지 한 달. 빈 화면에서 시작해 시험을 칠 수 있는 데까지 갔습니다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2267712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63040"/>
            <a:ext cx="2048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834640" y="1463040"/>
            <a:ext cx="109728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44368" y="1463040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931920" y="1463040"/>
            <a:ext cx="42062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041648" y="1463040"/>
            <a:ext cx="3986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하는 자리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1865376"/>
            <a:ext cx="7571232" cy="402336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" y="1865376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Home.jsx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1865376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548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041648" y="186537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화면 — 이름 넣고 등급·종목 고르기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" y="226771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Quiz.jsx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2267712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643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041648" y="226771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푸는 화면 — 보기 고르기, 답안 표기란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670048"/>
            <a:ext cx="7571232" cy="402336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6656" y="2670048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Result.jsx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670048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445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041648" y="267004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화면 — 점수와 틀린 문항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" y="3072384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Admin.jsx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2834640" y="3072384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326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041648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— 누가 몇 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3474720"/>
            <a:ext cx="7571232" cy="402336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" y="34747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Calculator.jsx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347472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282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041648" y="347472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중에 쓰는 계산기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76656" y="3877056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2834640" y="3877056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041648" y="387705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4279392"/>
            <a:ext cx="7571232" cy="402336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6656" y="427939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PrintExam.jsx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2834640" y="4279392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971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041648" y="427939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시험지를 종이에 뽑는 모양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4681728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PrintAdminExam.jsx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834640" y="4681728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920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4041648" y="468172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정답과 근거가 함께 나오는 관리자용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5084064"/>
            <a:ext cx="7571232" cy="402336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6656" y="5084064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print.css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2834640" y="5084064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1,198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4041648" y="508406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어떻게 앉힐지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76656" y="548640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style.css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2834640" y="548640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685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041648" y="548640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색과 자리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5596128"/>
            <a:ext cx="7571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화면을 넘기는 자리, 문제 그림, 답안지 인쇄까지 — 파일 46개.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321040" y="1463040"/>
            <a:ext cx="372160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503920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2600" dirty="0"/>
          </a:p>
        </p:txBody>
      </p:sp>
      <p:sp>
        <p:nvSpPr>
          <p:cNvPr id="48" name="Text 46"/>
          <p:cNvSpPr txBox="1"/>
          <p:nvPr/>
        </p:nvSpPr>
        <p:spPr>
          <a:xfrm>
            <a:off x="10515600" y="17190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파일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503920" y="20848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· 인쇄 · 문제은행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321040" y="2688336"/>
            <a:ext cx="372160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503920" y="279806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22,143</a:t>
            </a:r>
            <a:endParaRPr lang="en-US" sz="2600" dirty="0"/>
          </a:p>
        </p:txBody>
      </p:sp>
      <p:sp>
        <p:nvSpPr>
          <p:cNvPr id="52" name="Text 50"/>
          <p:cNvSpPr txBox="1"/>
          <p:nvPr/>
        </p:nvSpPr>
        <p:spPr>
          <a:xfrm>
            <a:off x="10515600" y="29443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8503920" y="331012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14,226줄을 빼면 화면이 7,917줄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21040" y="3913632"/>
            <a:ext cx="372160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50392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</a:t>
            </a:r>
            <a:endParaRPr lang="en-US" sz="2600" dirty="0"/>
          </a:p>
        </p:txBody>
      </p:sp>
      <p:sp>
        <p:nvSpPr>
          <p:cNvPr id="56" name="Text 54"/>
          <p:cNvSpPr txBox="1"/>
          <p:nvPr/>
        </p:nvSpPr>
        <p:spPr>
          <a:xfrm>
            <a:off x="10515600" y="4169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~ 8.12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8503920" y="453542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사이 통째로 두 번 갈아엎음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21040" y="5138928"/>
            <a:ext cx="3721608" cy="73152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03920" y="51389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상태로 이미 시험을 칠 수 있었습니다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566928" y="605332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화면도 채점도 인쇄도 다 돌아갔습니다. 뒤에 이야기하는 것들은 여기서부터 더 얹은 것입니다.</a:t>
            </a:r>
            <a:endParaRPr lang="en-US" sz="1350" dirty="0"/>
          </a:p>
        </p:txBody>
      </p:sp>
      <p:sp>
        <p:nvSpPr>
          <p:cNvPr id="61" name="Text 5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그 뒤에 더 얹은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만들어 둔 것 위에, 규정을 맞추고 검사를 붙이고 규칙 문서를 지었습니다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24개로 늘리고 답을 원본과 한 문제씩 맞대어 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— 옮기고 · 맞대어 보고 · 틀린 데를 찾는 것들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— 필기시험 시행 규칙과 자격증 발행·관리 규칙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스스로 도는 검사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22,143줄 → 지금 60,464줄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12일까지 혼자 만들고, 그 뒤 3주 동안 규정에 맞추고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붙였습니다. 고쳐서 올린 것만 217번입니다.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실제 파일입니다. 혼자 짜 둔 자리에, 뒤에 「이건 규정 몇 조에서 온 값이다」를 달았습니다.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VS Code 화면은 이렇게 생겼다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라는 프로그램입니다. 창이 세 칸으로 나뉘고, 옆에 시험 화면을 띄워 둡니다</a:t>
            </a:r>
            <a:endParaRPr lang="en-US" sz="1900" dirty="0"/>
          </a:p>
        </p:txBody>
      </p:sp>
      <p:pic>
        <p:nvPicPr>
          <p:cNvPr id="4" name="Image 0" descr="docs\shots\17-vs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85800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858000" cy="45262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99248" y="1444752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18704" y="1554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— 파일 목록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18704" y="186537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 파일이 나무처럼 펼쳐집니다. 시험 화면도,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문제은행도, 규칙 문서도 다 여기 한 창에 있습니다.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99248" y="2596896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18704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글을 고치는 곳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18704" y="301752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보이는 것이 실제 파일입니다. 규정에서 온 숫자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 「어느 조항에서 왔는지」를 함께 적어 두었습니다.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3749040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38587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— 명령을 넣는 칸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416966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둔 검사 도구를 창을 옮기지 않고 그 자리에서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돌립니다. 결과가 바로 아래에 뜹니다.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4901184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18704" y="50109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창 — 시험 화면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18704" y="532180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브라우저를 옆에 띄워 둡니다. 저장하는 순간 다시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그려져, 고친 결과를 바로 눈으로 봅니다.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사는 데 든 돈이 없습니다.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①-4  하루를 따라가 보면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달았다」 한 줄이 실제로는 이 여섯 걸음이었습니다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27632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1517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폈다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16736" y="179222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시험시간이 몇 분인지부터 찾았습니다. 필기시험 시행 규칙에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「2시간 이내」로 적혀 있었습니다.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326880" y="1627632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0" y="162763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267712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43230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16736" y="232257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빠져 있는 것을 알아챘다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2596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규정은 2시간인데 화면에는 시계가 없었습니다. 응시자도 감독자도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남았는지 알 방법이 없었습니다.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0" y="2432304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243230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072384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3236976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16736" y="3127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한자리에 두었다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16736" y="340156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이라는 숫자를 화면 여기저기에 적지 않고, 이름을 붙여 한 곳에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두고 그 옆에 어느 조항에서 왔는지를 적었습니다.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0" y="3236976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0" y="32369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LIMIT_MIN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877056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" y="4041648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3931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 붙였다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316736" y="4206240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 오른쪽에 남은 시간을 띄우고, 10분이 남으면 빨강으로,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되면 그때까지 표기한 답으로 자동 제출하게 했습니다.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326880" y="4041648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326880" y="40416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Quiz.jsx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81728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4846320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4672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316736" y="47365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확인했다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316736" y="501091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저장하자 옆 화면에 「남은 시간 1:59:55」가 떴습니다.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흔들리지 않게 자릿수를 고정하는 것까지 그 자리에서 봤습니다.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326880" y="4846320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26880" y="48463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자리에서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486400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4672" y="5650992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04672" y="5650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316736" y="55412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고쳤는지 남겼다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1316736" y="5815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달고, 눌러야 할 단추와 아닌 것을 갈랐다」로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적어 두었습니다. 나중에 이 줄만 봐도 까닭을 압니다.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326880" y="5650992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26880" y="5650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217덩이째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한 줄이 화면의 시계가 되기까지, 반나절이면 됩니다. 어려운 것은 만드는 일이 아니라 빠진 것을 알아채는 일이었습니다.</a:t>
            </a:r>
            <a:endParaRPr lang="en-US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①-5  고친 기록이 남아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무엇을 왜 고쳤는지 적어 두었습니다. 217덩이가 남아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589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093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남아 있는 기록에서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93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993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인용 98군데를 한 줄씩 원문과 대조 — 틀린 곳 셋을 바로잡음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450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 을 기계 검사에 넣음 — 원문·규칙·코드 셋을 한자리에서 본다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907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화면에 시계를 달고, 눌러야 할 단추와 아닌 것을 갈랐다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649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3649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원본 .ai 에서 다시 꺼냈다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221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8221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5.1.5 를 규정 말투로 고치고, 중복된 5.2.4 를 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79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279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서식을 다듬음 — 쪽이 어색하게 끊기지 않게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12480" y="1481328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15910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수 있습니다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19019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고친 것이 있으면 그 덩이만 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처음부터 다시 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2615184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27249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남습니다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30358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반년 뒤에 「이 숫자는 왜 이렇게 두었나」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물으면 답이 적혀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412480" y="3749040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31936" y="3858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넘겨줄 수 있습니다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31936" y="4169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 이 기록만 따라 읽어도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왜 그렇게 했는지 알 수 있습니다.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992624"/>
            <a:ext cx="11475720" cy="969264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51389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만든 것이지만, 혼자만 아는 것으로 두지 않았습니다.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46811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코드에는 「이 값은 규정 몇 조에서 왔다」를, 기록에는 「왜 이렇게 고쳤다」를 적어 두었습니다.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①-6  한 벌을 옮긴다는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「시험지를 옮겼습니다」라고 한 줄로 지나갔는데,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베껴 담는 일인 줄 알았는데, 하다 보니 한 문제씩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책상에 펴 놓고, 조항 하나하나가 프로그램의 어느 자리가 될지 짝을 지었습니다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둔 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 둔 이름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알림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섞기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아무 데나 적어 두지 않았습니다. 이름을 붙여 한자리에 모으고, 그 옆에 어느 조항에서 온 값인지를 함께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화면보다 규정을 먼저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만들고 싶은 마음을 눌렀습니다. 규정을 먼저 읽고, 시험지를 옮긴 다음에야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읽었습니다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 두고, 시험에는 40문제만 내보냅니다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26~45문제를 두고, 시험에는 20~30문제만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시험마다 바뀝니다. 규정이 그렇게 하라고 정해 두고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60문제에서 40개를 뽑는 방법만 세어도 이만큼입니다. 여기에 보기 차례까지 섞이니, 같은 시험지가 두 번 나올 일은 사실상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 옮기면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안 되는 것은 붙들어 둡니다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섞어도 채점이 어긋나지 않는지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확인했습니다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가져왔습니다. 제가 마음대로 정한 값은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수는 없었습니다. 그래서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고친 것이 응시자에게 닿기까지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그리고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 컴퓨터에서 문제나 규정 값을 고칩니다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올립니다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2~3분 뒤에 저절로 웹사이트에 붙습니다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주소만 열면 됩니다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제출하는 순간 기록이 한 줄 쌓입니다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관리자는 그 자리에서 결과와 자격 이력을 봅니다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옮기려니 규정을 한 줄씩 다시 읽어야 했습니다. 찾으려고 한 것이 아니라, 읽다 보니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종목을 일반 40 · 전문 25로 못 박아 두고 있었습니다.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정해 두지 않아 은행에 든 것이 전부 나갔습니다.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 수가 규정 출제 수와 꼭 같았습니다.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뽑고 말고 할 것이 없으니 있는 대로 다 나갑니다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손봐야 하는 것을 나눠 두었습니다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두었습니다. 시험 전에 무작위로 바꿔야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65문제뿐이라, 늘 같은 시험이 나갑니다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있어, 마음먹으면 들여다볼 수 있습니다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셀 수가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정해 두어서, 규정부터 고쳐야 합니다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필기시험까지만 다룹니다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줄은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것이 아니라 우리가 만든 것이라, 앞으로도 우리 손으로 고쳐 나갈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0"/>
            <a:ext cx="11686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 록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0"/>
            <a:ext cx="1168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방법을 더 알고 싶으신 분을 위해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977640"/>
            <a:ext cx="1168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VS Code 였나  ·  폴더가 이렇게 나뉘어 있다  ·  VS Code 를 이렇게 쓴다  ·  틀리면 어디서 걸리나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①  왜 VS Code 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고를 것이 여럿이었는데 이걸 골랐습니다. 까닭이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5506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15544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안 든다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316736" y="18288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회사가 사 줄 것을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기다릴 필요가 없었습니다. 집에서도 같은 것을 씁니다.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30428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47802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4672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23774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PC 에 그냥 깔린다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26517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권한 없이도 깔립니다. 전산에 요청하고 결재를 올릴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없었습니다.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2724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30098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3200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한글이 안 깨진다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3474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문항도 규정도 우리말입니다. 글자가 깨지면 옮기는 일 자체가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됩니다. 이건 생각보다 중요한 조건이었습니다.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95020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412394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16736" y="40233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사람이 많다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1316736" y="4297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막히면 찾아볼 데가 많습니다. 다음 사람이 이어받을 때도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낯선 물건이 아닙니다.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477316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494690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4672" y="4946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16736" y="48463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창에서 다 된다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5120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 고치기 · 명령 넣기 · 바뀐 데 보기가 한 창에 있습니다.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프로그램을 여럿 띄워 오갈 일이 없었습니다.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28432" y="1481328"/>
            <a:ext cx="4014216" cy="3913632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6176" y="16642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무엇을 안 샀나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66176" y="2103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값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875520" y="210312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266176" y="2359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· 쓰는 도구 전부 무료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6176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9875520" y="267004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266176" y="29260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— 회사가 이미 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66176" y="323697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데이터베이스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875520" y="3236976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66176" y="3493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구글 시트 — 회사가 이미 씀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66176" y="38039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외주비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9875520" y="380390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266176" y="405993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짰습니다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266176" y="43708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9875520" y="4370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266176" y="462686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없습니다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028432" y="5504688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것은 3주라는 시간뿐입니다.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05332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데 오래 걸리지 않았습니다. 회사 컴퓨터에서 결재 없이 바로 시작할 수 있는 것이 이것뿐이었습니다.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②  폴더가 이렇게 나뉘어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454개를 다섯 자리로 갈라 두었습니다. 무엇을 고칠지에 따라 열 곳이 정해집니다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71323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6093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src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92024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37개 · 16,396줄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6093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 · 채점 · 자격 이력 · 인쇄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90195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여기만 고치면 화면이 바뀝니다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304288"/>
            <a:ext cx="11475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" y="23957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27066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137개 · 19,970줄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3957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만들면서 쓴 도구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6883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시험지를 옮기고 틀린 데를 찾는 것들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090672"/>
            <a:ext cx="11475720" cy="71323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31821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public/data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234개 · 21,227줄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31821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문제은행과 검사절차서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347472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1,369개와 절차서 15종이 여기 있습니다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877056"/>
            <a:ext cx="11475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" y="39684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42793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31개 · 2,642줄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39684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문서와 화면 그림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4261104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· E03 원본이 여기 있습니다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663440"/>
            <a:ext cx="11475720" cy="71323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4754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held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" y="50657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· 229줄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0" y="4754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못 채운 문항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5047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승인이 있어야 채울 수 있는 것들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475720" cy="56692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554126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 파일 454개 · 60,464줄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480560" y="5541264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하나를 고치려면 public/data, 화면을 고치려면 src, 규정을 고치려면 docs. 헤맬 일이 없습니다.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272784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소스보다 많습니다. 옮기고 맞대어 보는 일이 화면을 만드는 일보다 컸다는 뜻입니다.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③  VS Code 를 이렇게 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가지만 쓸 줄 알면 됩니다. 나머지는 쓰면서 익혔습니다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8249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5544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폴더를 통째로 연다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8470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하나가 아니라 프로그램이 든 폴더를 통째로 엽니다.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그래야 왼쪽에 452개가 다 펼쳐지고 서로 오갈 수 있습니다.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→ 폴더 열기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414016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63347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50545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몇 글자로 파일을 찾는다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279806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452개를 눈으로 뒤지지 않습니다. 「hist」만 쳐도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 가 바로 뜹니다. 폴더를 헤맬 일이 없습니다.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8444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4564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452개에서 낱말을 한 번에 찾는다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74904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2」가 어디어디 쓰였는지 한 번에 훑고,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Ⅱ」로 한꺼번에 바꿉니다. 빠뜨리는 곳이 없습니다.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Shift + F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453542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407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검사 도구를 돌린다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7000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창을 옮기지 않습니다. 화면 아래가 열리고 거기에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명령을 넣으면 결과가 그 자리에 뜹니다.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`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266944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548640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53583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바뀌었는지 줄 단위로 본다</a:t>
            </a:r>
            <a:endParaRPr lang="en-US" sz="1650" dirty="0"/>
          </a:p>
        </p:txBody>
      </p:sp>
      <p:sp>
        <p:nvSpPr>
          <p:cNvPr id="36" name="Text 34"/>
          <p:cNvSpPr txBox="1"/>
          <p:nvPr/>
        </p:nvSpPr>
        <p:spPr>
          <a:xfrm>
            <a:off x="1353312" y="565099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자리가 초록·빨강으로 표시됩니다. 아니다 싶으면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줄만 되돌립니다. 파일을 통째로 버리지 않습니다.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「소스 제어」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272784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배우는 데 며칠 걸리지 않았습니다. 어려운 것은 프로그램이 아니라 우리 규정을 정확히 옮기는 일이었습니다.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④  틀리면 어디서 걸리나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그물을 세 겹으로 쳤습니다. 앞에서 놓쳐도 뒤에서 걸립니다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358140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그물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75104"/>
            <a:ext cx="321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고치는 그 순간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414016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가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798064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따옴표를 안 닫으면 글자 색이 그 자리에서 바뀝니다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364992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괄호 짝이 안 맞으면 빨간 줄이 그어집니다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931920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이름을 잘못 적으면 바로 표시됩니다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14088" y="1517904"/>
            <a:ext cx="358140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8F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96968" y="1700784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그물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96968" y="1975104"/>
            <a:ext cx="321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올리기 전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96968" y="2414016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도구 15가지가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96968" y="2798064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채점이 맞는지 은행 24개를 다 풀어 봅니다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696968" y="3364992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규정 원본의 숫자와 프로그램 값을 맞대어 봅니다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696968" y="3931920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종이에 넘치는지, 철자가 틀렸는지까지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461248" y="1517904"/>
            <a:ext cx="358140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0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44128" y="1700784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 그물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644128" y="1975104"/>
            <a:ext cx="321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뒤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644128" y="2414016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644128" y="2798064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시험 화면을 직접 열어 눈으로 봅니다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644128" y="3364992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인쇄를 걸어 종이에 어떻게 나오는지 봅니다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644128" y="3931920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이상하면 그 덩이만 되돌립니다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760720"/>
            <a:ext cx="11475720" cy="603504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5760720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놓친 것이 있었습니다 — 규정과 어긋나 있던 셋은 사람이 규정을 다시 읽다가 찾았습니다.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2026-08-31T06:46:59Z</dcterms:created>
  <dcterms:modified xsi:type="dcterms:W3CDTF">2026-08-31T06:46:59Z</dcterms:modified>
</cp:coreProperties>
</file>