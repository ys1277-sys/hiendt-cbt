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무료라는 것이 가장 컸습니다. 결재를 올리고 기다렸으면 3주 안에 못 끝냈을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137개가 tools 에 있습니다. 이게 이 일에서 가장 손이 많이 간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시계는 규정에 있는데 화면에 없던 것입니다. 규정을 한 줄씩 읽지 않았으면 못 찾았을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그림의 아래 칸이 실제로 검사를 돌린 결과입니다. 「전체 통과」가 뜨면 올려도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그물이 촘촘할수록 겁내지 않고 고칠 수 있습니다. 되돌릴 수 있다는 것이 가장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왜 VS Code 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것이 여럿이었는데 이걸 골랐습니다. 까닭이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5506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544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안 든다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828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회사가 사 줄 것을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기다릴 필요가 없었습니다. 집에서도 같은 것을 씁니다.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47802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2377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PC 에 그냥 깔린다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권한 없이도 깔립니다. 전산에 요청하고 결재를 올릴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2724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0098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3200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한글이 안 깨진다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474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문항도 규정도 우리말입니다. 글자가 깨지면 옮기는 일 자체가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됩니다. 이건 생각보다 중요한 조건이었습니다.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95020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12394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4023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사람이 많다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316736" y="4297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찾아볼 데가 많습니다. 다음 사람이 이어받을 때도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낯선 물건이 아닙니다.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77316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9469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창에서 다 된다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120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고치기 · 명령 넣기 · 바뀐 데 보기가 한 창에 있습니다.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프로그램을 여럿 띄워 오갈 일이 없었습니다.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28432" y="1481328"/>
            <a:ext cx="4014216" cy="3913632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1664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무엇을 안 샀나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66176" y="2103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값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2103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· 쓰는 도구 전부 무료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6176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875520" y="26700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29260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— 회사가 이미 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6176" y="32369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875520" y="32369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66176" y="3493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구글 시트 — 회사가 이미 씀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66176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외주비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3803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266176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짰습니다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66176" y="4370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875520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66176" y="4626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없습니다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028432" y="5504688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것은 3주라는 시간뿐입니다.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데 오래 걸리지 않았습니다. 회사 컴퓨터에서 결재 없이 바로 시작할 수 있는 것이 이것뿐이었습니다.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폴더가 이렇게 나뉘어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454개를 다섯 자리로 갈라 두었습니다. 무엇을 고칠지에 따라 열 곳이 정해집니다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09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· 16,396줄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9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· 채점 · 자격 이력 · 인쇄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90195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여기만 고치면 화면이 바뀝니다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706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137개 · 19,970줄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395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만들면서 쓴 도구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6883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옮기고 틀린 데를 찾는 것들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090672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public/data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234개 · 21,227줄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문제은행과 검사절차서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4747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1,369개와 절차서 15종이 여기 있습니다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77056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68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2793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31개 · 2,642줄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문서와 화면 그림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426110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· E03 원본이 여기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5065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229줄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754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못 채운 문항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047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승인이 있어야 채울 수 있는 것들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475720" cy="56692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5412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 파일 454개 · 60,464줄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554126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하나를 고치려면 public/data, 화면을 고치려면 src, 규정을 고치려면 docs. 헤맬 일이 없습니다.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소스보다 많습니다. 옮기고 맞대어 보는 일이 화면을 만드는 일보다 컸다는 뜻입니다.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창이 세 칸으로 나뉘고, 옆에 시험 화면을 띄워 둡니다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옆에 띄워 둡니다. 저장하는 순간 다시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그려져, 고친 결과를 바로 눈으로 봅니다.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하루를 따라가 보면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 한 줄이 실제로는 이 여섯 걸음이었습니다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2763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79222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시험시간이 몇 분인지부터 찾았습니다. 필기시험 시행 규칙에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「2시간 이내」로 적혀 있었습니다.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4323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3225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 있는 것을 알아챘다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2596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규정은 2시간인데 화면에는 시계가 없었습니다. 응시자도 감독자도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남았는지 알 방법이 없었습니다.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236976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한자리에 두었다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340156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이라는 숫자를 화면 여기저기에 적지 않고, 이름을 붙여 한 곳에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그 옆에 어느 조항에서 왔는지를 적었습니다.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LIMIT_MIN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77056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041648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붙였다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420624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 오른쪽에 남은 시간을 띄우고, 10분이 남으면 빨강으로,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되면 그때까지 표기한 답으로 자동 제출하게 했습니다.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846320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4672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365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확인했다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16736" y="501091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저장하자 옆 화면에 「남은 시간 1:59:55」가 떴습니다.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흔들리지 않게 자릿수를 고정하는 것까지 그 자리에서 봤습니다.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자리에서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48640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565099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4672" y="5650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16736" y="55412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남겼다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316736" y="5815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달고, 눌러야 할 단추와 아닌 것을 갈랐다」로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두었습니다. 나중에 이 줄만 봐도 까닭을 압니다.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217덩이째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한 줄이 화면의 시계가 되기까지, 반나절이면 됩니다. 어려운 것은 만드는 일이 아니라 빠진 것을 알아채는 일이었습니다.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①-7  검사 도구가 잡아내는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볼 수 없어,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67512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67512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57058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 명령을 넣으면 결과가 그 자리에 뜹니다. 창을 옮기지 않습니다.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479792" y="1444752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44384" y="14813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맞는지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644384" y="17007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1,369문항을 다 풀어 만점이 100점인지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79792" y="2020824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44384" y="20574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644384" y="227685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219,200번 섞어 채점이 어긋나지 않는지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79792" y="2596896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44384" y="2633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44384" y="285292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보기가 두 번 들어갔는지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79792" y="3172968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44384" y="3209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44384" y="34290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자격·시력 만료 116가지를 미리 맞춰 둔 답과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79792" y="3749040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44384" y="37856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규정과 같은지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644384" y="40050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원본의 숫자와 프로그램의 값이 같은지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479792" y="4325112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44384" y="4361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644384" y="45811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건의 우리말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79792" y="4901184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44384" y="4937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넘치는지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644384" y="515721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쪽을 어색하게 넘어가지 않는지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479792" y="5477256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44384" y="55138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644384" y="57332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군데 적어 두지 않았는지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479792" y="6053328"/>
            <a:ext cx="4562856" cy="54864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79792" y="6053328"/>
            <a:ext cx="4562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 가지 · 명령 한 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05332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놓친 것을 프로그램이 잡습니다. TOFD·PAUT 문항 수가 어긋난 것도 이렇게 드러났습니다.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①-8  틀리면 어디서 걸리나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그물을 세 겹으로 쳤습니다. 앞에서 놓쳐도 뒤에서 걸립니다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그물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고치는 그 순간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가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따옴표를 안 닫으면 글자 색이 그 자리에서 바뀝니다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괄호 짝이 안 맞으면 빨간 줄이 그어집니다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이름을 잘못 적으면 바로 표시됩니다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1408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8F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696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그물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696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9696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도구 15가지가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9696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채점이 맞는지 은행 24개를 다 풀어 봅니다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9696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규정 원본의 숫자와 프로그램 값을 맞대어 봅니다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9696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종이에 넘치는지, 철자가 틀렸는지까지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6124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0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412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 그물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4412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뒤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64412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4412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시험 화면을 직접 열어 눈으로 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64412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인쇄를 걸어 종이에 어떻게 나오는지 봅니다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412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이상하면 그 덩이만 되돌립니다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760720"/>
            <a:ext cx="11475720" cy="603504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76072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놓친 것이 있었습니다 — 규정과 어긋나 있던 셋은 사람이 규정을 다시 읽다가 찾았습니다.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①-9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①-10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2026-08-31T06:14:13Z</dcterms:created>
  <dcterms:modified xsi:type="dcterms:W3CDTF">2026-08-31T06:14:13Z</dcterms:modified>
</cp:coreProperties>
</file>