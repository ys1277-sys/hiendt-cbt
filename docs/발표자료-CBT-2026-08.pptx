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사내 NDT 자격 필기시험을 CBT 로 옮긴 결과를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모두 사람 손이었습니다. 마지막 줄이 가장 큰 문제였습니다.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화면이 전부입니다. 이름 넣고 종목 고르면 시험이 시작됩니다.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현장에서도 같은 화면에서 절차서를 펴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채점 실수가 자격 시험에서 나오면 되돌리기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줄이 각각 다른 규정을 보여줍니다. 4번과 5번은 같은 면제자인데 80% 하나로 갈립니다.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바로 뽑아 낼 수 있습니다. 기록은 퇴사 후 5년 보존입니다.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시행하면 폐기 대장(E02-04)도 함께 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사서 쓴 것이 아니라 우리 규정에 맞춰 직접 짠 것입니다. 그래서 규정이 바뀌면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유출을 걱정하지 않아도 됩니다. 조합이 사실상 무한합니다.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계산해서 낸 답이 틀렸다면 계산기 탓이었을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모드는 지금 켜져 있습니다. 시험 전에 끄면 됩니다 —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 치는 데 사람이 하던 일 여섯 가지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문항을 고르고 한글로 시험지를 만든다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인쇄하고 응시자 수만큼 복사한다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폐기 대장에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채점한다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하므로 틀릴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계산해 성적표에 옮겨 적는다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계산기로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보관한다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찾으려면 뒤져야 한다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만료를 달력에 적어 두고 챙긴다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놓치면 자격 없이 검사한 것이 된다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문제은행에 든 문항이 규정 출제 수와 똑같아, 회차마다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 창만 열면 되는 시험 시스템입니다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열린다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이름·등급·종목을 고르면 바로 시작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현장이나 출장지에서 노트북으로 칠 수 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원문과 우리말을 함께 보여줍니다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40문항만 나온다. 문제은행에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60문항이 들어 있어도 그중에서 40개만 뽑는다.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시험지가 영문이라 그대로 두고 아래에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우리말을 붙였다. 보기도 두 줄로 같이 보여준다.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섞는다.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 같은 것은 자리를 옮기면 말이 안 되므로 묶어 둔다.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 고른 답이 오른쪽에 쭉 보인다.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눌러 그 문항으로 바로 건너뛴다.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닫는다.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종료를 누르면 입력한 답이 사라진다고 먼저 알린다.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장비와 검사 절차를 묻습니다. 그래서 절차서를 보며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검사절차서 아홉과 자격인정절차서 E01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절차서 안에서 낱말을 넣어 그 자리로 간다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지시문의 절차서 이름을 누르면 열린다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않는다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문서마다 제각각이던 것을 하나로 맞추고, 기계 번역투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제출과 동시에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않는다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 대조도, 점수 계산도 없다.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종합점수를 자동으로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요구되는 시험의 단순 평균.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 (E01 7.4.4·7.4.5)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문항과 근거를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시험이 그대로 교육이 된다.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 한자리에서 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확인할 수 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27 처럼 몇 문항 중 몇 개인지 함께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· 불합격을 색으로 가른다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채점결과보고서(E02-07)를 뽑는다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단위로 묶어 보는 화면으로 넘어간다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찾거나 등급·검사법으로 거를 수 있습니다. 응시 기록은 구글 시트에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 화면이 여섯 사람의 자격을 판정합니다. 한 줄씩 보겠습니다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김철수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RT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미완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7335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종이 시행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18745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전문시험이 아직 종이라 점수가 없다.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임의로 합격 처리하지 않고 「미완」으로 둔다.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박민수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MT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246888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→ 종합 77.5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267004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개별은 둘 다 70%를 넘겼다. 종합이 80%에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미쳐 불합격이다. (E01 7.4.5)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이영희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PT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3264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 2026-09-30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46557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 안에 드는 순간 색이 바뀐다.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이미 만료됐다. (E03 6.2.1)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정수빈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VT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05993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면제 · 전문 75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261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9712 Level Ⅱ 소지자다. 면제받은 사람의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합격선은 80%다 — 75점은 미달. (E01 7.3.7)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최윤석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PT   </a:t>
            </a:r>
            <a:pPr indent="0" marL="0">
              <a:buNone/>
            </a:pPr>
            <a:r>
              <a:rPr lang="en-US" sz="135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 합격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85546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면제 · 전문 85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001000" y="505663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면제자라도 80%를 넘겨 합격.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 2029-08-31 이 자동으로 잡힌다.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홍길동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UT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위반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565099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뒤 18일 만에 재응시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8001000" y="58521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30일이 지나야 한다. 화면 아래에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언제부터인지 적어 준다. (E01 7.5)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만료된 사람이 검사를 나가면 고객 감사에서 바로 지적됩니다. 이제 사람이 기억하지 않아도 됩니다.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남기라는 기록 12가지가 구글 스프레드시트에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제출할 때마다 회차를 다시 세어 갱신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쌓인다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채우는 서식 아홉 가지도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정전일 때는 시험지를 뽑아 종이로 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로고와 이름, 시험 종목, NDE Level,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 번호가 모든 장에 붙는다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제공되는 참고자료를 밝힌다.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유형으로 나눠 두었다 (E02 5.3.2)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로고를 가운데에 옅게 깐다.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않는 농도로 맞췄다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출력은 세 가지 — 시험지(백지) · 응시자가 푼 답안지 ·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 온 프로그램이 아닙니다. VS Code 를 열어 한 줄씩 직접 짰습니다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화면, 채점, 자격 이력, 인쇄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한글 시험지를 옮기고 틀린 데를 찾는다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뽑을 때의 모양 — 시험지·답안지·서식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필기시험 시행 규칙과 자격증 관리 규칙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 번 고쳐 올렸습니다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7월 23일부터 8월 28일까지, 14일 동안.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것마다 왜 고쳤는지 적어 남겼습니다.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화면은 실제 파일입니다. 숫자 하나하나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60문제씩. 시험에는 40문제만 나간다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26~45문제. 시험에는 20~30문제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절차서 번호 오기 3건 (ET-P11 → ET-P99)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보기 차례를 시험마다 바꿉니다 — 규정이 그렇게 하라고 정하고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 중에 40개를 뽑는 방법이 이만큼입니다. 여기에 보기 차례까지 섞으니, 같은 시험지가 두 번 나올 일이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옮기면 말이 안 되는 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보기를 섞어도 채점이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어긋나지 않는지 확인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가져온 것입니다. 제가 정한 것이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절차서(HIE-QP-E01)의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규칙 문서,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문제를 하나라도 고치면, 어디가 틀어졌는지 프로그램이 스스로 찾아냅니다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어떻게 굴러가나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컴퓨터에서 문제나 규정 값을 고친다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인터넷에 올린다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저절로 웹사이트에 붙는다 — 2~3분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응시자가 주소를 열어 시험을 친다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제출하면 구글 스프레드시트에 한 줄이 쌓인다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관리자가 결과와 자격 이력을 본다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① 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옮기려면 규정을 한 줄씩 다시 읽어야 했습니다. 그러다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종목을 일반 40 · 전문 25로 못 박아 두었다.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정하지 않아 은행 전체가 나갔다.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문항이 규정 출제 수와 똑같았다.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뽑을 것이 없으니 있는 문항이 전부 나간다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②  계산기가 틀리고 있었다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볼 때 쓰는 계산기가 틀린 값을 내고 있었습니다</a:t>
            </a:r>
            <a:endParaRPr lang="en-US" sz="1900" dirty="0"/>
          </a:p>
        </p:txBody>
      </p:sp>
      <p:pic>
        <p:nvPicPr>
          <p:cNvPr id="4" name="Image 0" descr="docs\shots\03-cal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17320"/>
            <a:ext cx="566928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17320"/>
            <a:ext cx="566928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37960" y="1572768"/>
            <a:ext cx="5486400" cy="12618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12280" y="168249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sin(30) = −0.988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2057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 가 나와야 한다. 라디안 기준이었다.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812280" y="2359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굴절각과 스넬의 법칙 계산이 전부 틀린 값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37960" y="3054096"/>
            <a:ext cx="5486400" cy="12618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12280" y="31638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 가 자연로그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35387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상용로그 log₁₀ 여야 한다.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812280" y="38404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dB = 20·log₁₀(A₁/A₂) 가 조용히 틀렸다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537960" y="4535424"/>
            <a:ext cx="5486400" cy="12618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12280" y="46451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 은 누르면 오류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812280" y="50200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함수 자체가 없었다.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812280" y="53218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쓰려던 사람은 그냥 못 썼다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 다 바로잡고 도(°) 모드를 기본으로 두었습니다. 시험지에서만 쓰는 계산기라 아무도 눈치채지 못했습니다.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고쳐야 하는 것을 나눴습니다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두었다. 무작위로 나오게 바꾼다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 늘 같은 시험이 나간다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 마음먹으면 볼 수 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계산할 수 없다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정하고 있어 규정부터 고쳐야 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필기시험만 다룬다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 —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2026-08-28T04:58:33Z</dcterms:created>
  <dcterms:modified xsi:type="dcterms:W3CDTF">2026-08-28T04:58:33Z</dcterms:modified>
</cp:coreProperties>
</file>