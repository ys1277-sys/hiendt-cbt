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사서 쓴 것이 아니라 우리 규정에 맞춰 직접 짠 것입니다. 그래서 규정이 바뀌면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줄이 각각 다른 규정을 보여줍니다. 4번과 5번은 같은 면제자인데 80% 하나로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계산해서 낸 답이 틀렸다면 계산기 탓이었을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현장에서도 같은 화면에서 절차서를 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시험지로 하던 일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브라우저로 여는 사내 시험 시스템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사내망이 아니어도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현장·출장지에서도 응시할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종이도 그대로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단말이 모자라면 시험지를 출력해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일반·전문 9종목, Level Ⅲ 기초·종목 — 필기시험 전 구간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표 3이 정한 문항 수만큼만 뽑는다.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60문항이 있어도 40문항만 나간다.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순서를 회차마다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안 되는 것은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유형은 셋이다 — 사지선다, 복수 정답(모두 고르세요), 주관식(답을 입력하세요).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로 직접 짰습니다. 산 프로그램도, 외주도 아닙니다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기능 — 시험·채점·이력·인쇄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문항을 옮기고 검사한다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서식 — 시험지·답안지·규정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 — E02 · E03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 번 고쳐 올렸습니다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23일부터 8월 28일까지, 14일 동안.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것마다 왜 고쳤는지 적어 남겼습니다.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코드 안에 적어 두었습니다. 위 화면이 그 보기입니다.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시험지를 한 문항씩 옮기고, 규정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60문항 — 규정은 40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26~45문항 — 규정은 20 (TOFD·PAUT 30)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 · 종목 65~107 — 규정은 55 · 65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문항 28개.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 넣은 문항은 근거 조항을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하나하나 적어 두었습니다.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(종목 NDE Level Ⅲ 승인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6.1.2)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절차서 번호 오기 3건 (ET-P11 → ET-P99)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다른 시험지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HIE-QP-E02 7.3.1 — 문항과 보기 순서를 회차마다 바꾼다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한 종목에서 나올 수 있는 시험지 조합의 수 (60문항 중 40문항)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보기 순서까지 섞습니다.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 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그대로인지 돌려 봤다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채점이 사라졌다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자격을 놓치지 않는다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화면이 여섯 사람의 자격을 전부 판정합니다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김철수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RT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미완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733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종이 시행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874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전문시험이 아직 종이라 점수가 없다.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합격 처리하지 않고 「미완」으로 둔다.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박민수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MT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468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→ 종합 77.5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6700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개별은 둘 다 70%를 넘겼다. 종합이 80%에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미쳐 불합격이다. (E01 7.4.5)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이영희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264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 2026-09-30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4655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이미 만료됐다. (E03 6.2.1)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정수빈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VT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05993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75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261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 소지자다. 면제받은 사람의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합격선은 80%다 — 75점은 미달. (E01 7.3.7)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최윤석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합격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85546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85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0566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면제자라도 80%를 넘겨 합격.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 2029-08-31 이 자동으로 잡힌다.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홍길동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UT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위반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565099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뒤 18일 만에 재응시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58521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30일이 지나야 한다. 화면 아래에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언제부터인지 적어 준다. (E01 7.5)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지적됩니다. 이제 사람이 기억하지 않아도 됩니다.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덤으로 잡은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안의 공학용 계산기가 틀린 값을 내고 있었습니다</a:t>
            </a:r>
            <a:endParaRPr lang="en-US" sz="1900" dirty="0"/>
          </a:p>
        </p:txBody>
      </p:sp>
      <p:pic>
        <p:nvPicPr>
          <p:cNvPr id="4" name="Image 0" descr="docs\shots\03-ca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17320"/>
            <a:ext cx="566928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17320"/>
            <a:ext cx="566928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572768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12280" y="16824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sin(30) = −0.988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057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가 나와야 한다. 라디안 기준이었다.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359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굴절각과 스넬의 법칙 계산이 전부 틀린 값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3054096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31638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 가 자연로그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538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상용로그 log₁₀ 여야 한다.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8404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dB = 20·log₁₀(A₁/A₂) 가 조용히 틀렸다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37960" y="4535424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12280" y="46451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 은 누르면 오류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50200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자체가 없었다.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53218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쓰려던 사람은 그냥 못 썼다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바로잡고 도(°) 모드를 기본으로 두었습니다. 시험지에서만 쓰는 계산기라 아무도 눈치채지 못했습니다.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서식이 저절로 채워진다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요구하는 기록 12종을 구글 시트가 받습니다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절차서를 시험 중에 펴 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사양서·장치·검사기법·절차서를 묻습니다 (E01 7.3.3-2)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검사절차서 아홉과 자격인정절차서 E01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안에서 낱말을 넣어 그 자리로 간다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지시문의 절차서 이름을 누르면 열린다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않는다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문서마다 제각각이던 것을 하나로 맞추고, 기계 번역투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종이로도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단말이 모자라거나 정전일 때는 시험지를 뽑아 씁니다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서식도 바로 뽑는다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열어 그 부분만 인쇄할 필요가 없습니다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손대는 자리는 첫 칸과 마지막 칸뿐입니다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에서 문항·출제 수·절차서를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돌리고 GitHub 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이 스스로 빌드해 웹에 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주소로 들어와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시트에 한 줄이 붙는다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화면에서 결과와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두지 않았습니다. 화면은 GitHub Pages, 기록은 구글 시트 — 둘 다 회사가 이미 쓰는 것이라 유지비가 들지 않습니다.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드러났습니다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그대로 옮겼다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정한 숫자가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값까지 기계가 대조합니다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한글 원본을 읽어, 규칙 문서(E02·E03)와 프로그램이 같은 값을 쓰는지 확인합니다.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잣대 19가지 + 표 3의 12종목. E01 조항 32개를 모두 받아 적었고, 인용 101군데를 원문과 하나씩 맞췄습니다.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검사한다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눈으로 보는 대신 검사를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116건의 시험값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원문과 값까지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15가지가 모두 통과합니다. 위는 그 가운데 여덟 가지 — 문항을 하나라도 손대면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것과, 규정을 손봐야 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모드를 시행 모드로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문항이 전부 보이게 해 둔 것을 무작위 출제로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문항 보강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65문항에 은행도 65문항 — 20문항쯤 더 지으면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비밀번호를 서버로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화면 쪽에 들어 있다. 구글 쪽으로 옮긴다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전문시험을 CBT 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시행하도록 정하고 있다 (E02 5.2.3)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시스템은 필기만 다룬다 (E01 7.3.1)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2026-08-28T04:50:19Z</dcterms:created>
  <dcterms:modified xsi:type="dcterms:W3CDTF">2026-08-28T04:50:19Z</dcterms:modified>
</cp:coreProperties>
</file>