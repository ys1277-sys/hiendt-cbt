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고치고 · 보고 · 되돌린다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 본다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 둔다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2026-08-31T05:24:29Z</dcterms:created>
  <dcterms:modified xsi:type="dcterms:W3CDTF">2026-08-31T05:24:29Z</dcterms:modified>
</cp:coreProperties>
</file>