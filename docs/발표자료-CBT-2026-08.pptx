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표는 우리 필기시험 시행 규칙 5.1.5 의 것을 그대로 옮긴 것입니다. 「종목마다 따로」와 「원본 확인」이 실무에서 놓치기 쉬운 두 가지입니다.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7월 13일에 빈 폴더에서 시작했습니다. 중간에 두 번 통째로 갈아엎었고, 그 판들이 아직 보관 폴더에 남아 있습니다. 8월 12일 판으로 이미 시험을 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시계는 규정에 있는데 화면에 없던 것입니다. 규정을 한 줄씩 읽지 않았으면 못 찾았을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44개를 한 줄씩 원문과 맞대어 봤습니다. 그러다 어긋난 곳 셋을 찾았습니다 — 뒤에서 보여 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시간이 넉넉하면 이어서, 짧으면 여기서 마치고 질문 받으시면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무료라는 것이 가장 컸습니다. 결재를 올리고 기다렸으면 3주 안에 못 끝냈을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137개가 tools 에 있습니다. 이게 이 일에서 가장 손이 많이 간 곳입니다.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그물이 촘촘할수록 겁내지 않고 고칠 수 있습니다. 되돌릴 수 있다는 것이 가장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 49벌을 다 옮기고,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40문항 시험에 60문항을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60문항에서 40개를 뽑는 가짓수.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앞사람 시험지를 봐도 소용없습니다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수 · 합격선 · 면제 · 재시험 ·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· 기록 보존까지 다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· 보기 섞기 · 날짜 · 규정 대조 …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명령 한 줄로 다 돕니다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자격이란 무엇인가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낸 자격이 아니라, 밖에서 받아 온 자격입니다. 두 가지를 인정합니다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63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인정하는 자격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120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8562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NDE Level 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07568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미국비파괴검사학회(ASNT)가 낸 Level 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414016"/>
            <a:ext cx="5120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245973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Ⅲ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7919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국제표준 ISO 9712 로 받은 Level 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017520"/>
            <a:ext cx="5120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8269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국제표준 ISO 9712 로 받은 Level Ⅱ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463040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면제되나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0" y="1810512"/>
            <a:ext cx="228600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18105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자격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0" y="1810512"/>
            <a:ext cx="182880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18105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면제되는 시험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58400" y="1810512"/>
            <a:ext cx="1984248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49840" y="1810512"/>
            <a:ext cx="1801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치르는 시험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0" y="2194560"/>
            <a:ext cx="22860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2194560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Level Ⅲ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ISO 9712 Level Ⅲ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0" y="2194560"/>
            <a:ext cx="18288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0" y="2194560"/>
            <a:ext cx="1645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기초시험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종목시험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058400" y="2194560"/>
            <a:ext cx="198424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0" y="2194560"/>
            <a:ext cx="1801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 · 실증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943600" y="3035808"/>
            <a:ext cx="2286000" cy="80467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0" y="3035808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229600" y="3035808"/>
            <a:ext cx="1828800" cy="80467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035808"/>
            <a:ext cx="1645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일반시험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58400" y="3035808"/>
            <a:ext cx="1984248" cy="80467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49840" y="3035808"/>
            <a:ext cx="18013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943600" y="3968496"/>
            <a:ext cx="6099048" cy="56692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44768" y="3968496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치르는 시험의 합격선은 80% — 개별 70% 를 적용하지 않습니다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66928" y="4700016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7731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따로 봅니다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023360" y="477316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자격이 있다고 RT 까지 면제되지 않습니다.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종목에 응시하면 전 과목을 다 칩니다.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66928" y="5486400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5559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자격증 원본을 확인합니다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4023360" y="555955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또는 QA 가 원본으로 확인하고,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종류 · 번호 · 만료일을 응시자 명단에 적습니다.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6309360"/>
            <a:ext cx="11475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— 자격인정 절차서(HIE-QP-E01) 7.3.5 · 7.3.7, 필기시험 시행 규칙 5.1.5 ~ 5.1.8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④-2  그래서 이렇게 갈립니다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자격을 가진 두 사람입니다. 80% 라는 선이 실제로 어떻게 갈리는지 보겠습니다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먼저 혼자 여기까지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13일부터 8월 12일까지 한 달. 빈 화면에서 시작해 시험을 칠 수 있는 데까지 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2267712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63040"/>
            <a:ext cx="2048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834640" y="1463040"/>
            <a:ext cx="109728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463040"/>
            <a:ext cx="877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31920" y="1463040"/>
            <a:ext cx="42062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041648" y="1463040"/>
            <a:ext cx="3986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하는 자리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" y="186537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Home.jsx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186537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548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041648" y="186537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화면 — 이름 넣고 등급·종목 고르기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76656" y="226771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2267712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643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41648" y="226771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푸는 화면 — 보기 고르기, 답안 표기란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2670048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6656" y="267004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Result.jsx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67004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445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041648" y="267004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화면 — 점수와 틀린 문항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" y="3072384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Admin.jsx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834640" y="3072384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326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041648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— 누가 몇 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3474720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" y="347472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Calculator.jsx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347472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282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347472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중에 쓰는 계산기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" y="3877056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2834640" y="3877056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041648" y="387705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279392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6656" y="4279392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PrintExam.jsx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4279392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971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041648" y="427939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시험지를 종이에 뽑는 모양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4681728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PrintAdminExam.jsx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834640" y="4681728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920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4041648" y="468172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정답과 근거가 함께 나오는 관리자용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" y="5084064"/>
            <a:ext cx="7571232" cy="402336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6656" y="5084064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print.css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2834640" y="5084064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1,198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041648" y="508406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어떻게 앉힐지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76656" y="5486400"/>
            <a:ext cx="21579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style.css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2834640" y="5486400"/>
            <a:ext cx="987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685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041648" y="548640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색과 자리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596128"/>
            <a:ext cx="7571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화면을 넘기는 자리, 문제 그림, 답안지 인쇄까지 — 파일 46개.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321040" y="1463040"/>
            <a:ext cx="372160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503920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2600" dirty="0"/>
          </a:p>
        </p:txBody>
      </p:sp>
      <p:sp>
        <p:nvSpPr>
          <p:cNvPr id="48" name="Text 46"/>
          <p:cNvSpPr txBox="1"/>
          <p:nvPr/>
        </p:nvSpPr>
        <p:spPr>
          <a:xfrm>
            <a:off x="10515600" y="17190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파일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503920" y="20848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· 인쇄 · 문제은행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21040" y="2688336"/>
            <a:ext cx="372160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79806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22,143</a:t>
            </a:r>
            <a:endParaRPr lang="en-US" sz="2600" dirty="0"/>
          </a:p>
        </p:txBody>
      </p:sp>
      <p:sp>
        <p:nvSpPr>
          <p:cNvPr id="52" name="Text 50"/>
          <p:cNvSpPr txBox="1"/>
          <p:nvPr/>
        </p:nvSpPr>
        <p:spPr>
          <a:xfrm>
            <a:off x="10515600" y="29443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503920" y="3310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14,226줄을 빼면 화면이 7,917줄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3913632"/>
            <a:ext cx="3721608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0392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</a:t>
            </a:r>
            <a:endParaRPr lang="en-US" sz="2600" dirty="0"/>
          </a:p>
        </p:txBody>
      </p:sp>
      <p:sp>
        <p:nvSpPr>
          <p:cNvPr id="56" name="Text 54"/>
          <p:cNvSpPr txBox="1"/>
          <p:nvPr/>
        </p:nvSpPr>
        <p:spPr>
          <a:xfrm>
            <a:off x="10515600" y="4169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~ 8.12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503920" y="453542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사이 통째로 두 번 갈아엎음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321040" y="5138928"/>
            <a:ext cx="3721608" cy="73152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03920" y="513892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상태로 이미 시험을 칠 수 있었습니다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566928" y="605332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화면도 채점도 인쇄도 다 돌아갔습니다. 뒤에 이야기하는 것들은 여기서부터 더 얹은 것입니다.</a:t>
            </a:r>
            <a:endParaRPr lang="en-US" sz="1350" dirty="0"/>
          </a:p>
        </p:txBody>
      </p:sp>
      <p:sp>
        <p:nvSpPr>
          <p:cNvPr id="61" name="Text 5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그 뒤에 더 얹은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만들어 둔 것 위에, 규정을 맞추고 검사를 붙이고 규칙 문서를 지었습니다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24개로 늘리고 답을 원본과 한 문제씩 맞대어 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— 옮기고 · 맞대어 보고 ·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— 필기시험 시행 규칙과 자격증 발행·관리 규칙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스스로 도는 검사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22,143줄 → 지금 60,464줄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12일까지 혼자 만들고, 그 뒤 3주 동안 규정에 맞추고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붙였습니다. 고쳐서 올린 것만 217번입니다.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파일입니다. 혼자 짜 둔 자리에, 뒤에 「이건 규정 몇 조에서 온 값이다」를 달았습니다.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창이 세 칸으로 나뉘고, 옆에 시험 화면을 띄워 둡니다</a:t>
            </a:r>
            <a:endParaRPr lang="en-US" sz="1900" dirty="0"/>
          </a:p>
        </p:txBody>
      </p:sp>
      <p:pic>
        <p:nvPicPr>
          <p:cNvPr id="4" name="Image 0" descr="docs\shots\17-vs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브라우저를 옆에 띄워 둡니다. 저장하는 순간 다시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그려져, 고친 결과를 바로 눈으로 봅니다.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하루를 따라가 보면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 한 줄이 실제로는 이 여섯 걸음이었습니다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2763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27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1790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폈다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79222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시험시간이 몇 분인지부터 찾았습니다. 필기시험 시행 규칙에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「2시간 이내」로 적혀 있었습니다.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0" y="162763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2267712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4323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16736" y="232257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 있는 것을 알아챘다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25968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규정은 2시간인데 화면에는 시계가 없었습니다. 응시자도 감독자도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남았는지 알 방법이 없었습니다.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243230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072384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3236976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3236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16736" y="31272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한자리에 두었다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340156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이라는 숫자를 화면 여기저기에 적지 않고, 이름을 붙여 한 곳에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두고 그 옆에 어느 조항에서 왔는지를 적었습니다.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0" y="32369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LIMIT_MIN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3877056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4672" y="4041648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3931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 붙였다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16736" y="420624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 오른쪽에 남은 시간을 띄우고, 10분이 남으면 빨강으로,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되면 그때까지 표기한 답으로 자동 제출하게 했습니다.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326880" y="40416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Quiz.jsx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81728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4846320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4672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16736" y="47365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확인했다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316736" y="501091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저장하자 옆 화면에 「남은 시간 1:59:55」가 떴습니다.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흔들리지 않게 자릿수를 고정하는 것까지 그 자리에서 봤습니다.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0" y="48463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자리에서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486400"/>
            <a:ext cx="11475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5650992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04672" y="5650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316736" y="554126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남겼다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1316736" y="5815584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달고, 눌러야 할 단추와 아닌 것을 갈랐다」로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두었습니다. 나중에 이 줄만 봐도 까닭을 압니다.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326880" y="56509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217덩이째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한 줄이 화면의 시계가 되기까지, 반나절이면 됩니다. 어려운 것은 만드는 일이 아니라 빠진 것을 알아채는 일이었습니다.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②-2  그 44개가 무엇인가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「조항을 옮겼다」로 지나가면 뭘 옮겼는지 모릅니다. 갈래로 묶으면 이렇습니다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512064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81328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481328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481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책임지나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8132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승인 · 시험 운영과 채점 · 시험지 보관 · 본인이나 부하직원 시험은 맡지 않기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057400"/>
            <a:ext cx="11475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2057400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057400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0574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응시할 수 있는 사람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205740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 경력 요건 · 시력검사는 받은 날로부터 1년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2633472"/>
            <a:ext cx="11475720" cy="512064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2633472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2633472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63347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어떻게 짜나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63347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· 전문 · 실기로 나눔 · Level Ⅲ 기초 55, 종목 65 · 종목마다 몇 문제를 낼지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209544"/>
            <a:ext cx="11475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209544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209544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20954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209544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소지자는 몇 과목 면제 · 대신 치르는 시험은 80%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3785616"/>
            <a:ext cx="11475720" cy="512064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3785616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3785616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37856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참고자료와 채점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297680" y="378561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중 무엇을 볼 수 있나 · 종합은 단순 평균 · 개별 70% 종합 80% · 외부 위탁은 80%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361688"/>
            <a:ext cx="11475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4361688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4361688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1371600" y="436168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4297680" y="4361688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떨어지면 30일 지나서 · 추가 교육 증거가 있으면 앞당길 수 있음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4937760"/>
            <a:ext cx="11475720" cy="512064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937760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928" y="4937760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49377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자격증과 기록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4297680" y="4937760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 조건 · 훈련생에게는 발행 안 함 · 퇴사 뒤 5년 보존 · 자격종료와 복권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66928" y="5513832"/>
            <a:ext cx="114757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5513832"/>
            <a:ext cx="658368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5513832"/>
            <a:ext cx="658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1371600" y="55138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재자격과 능력 평가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4297680" y="551383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기술수행 능력 평가 · 6개월 이상 손 놓으면 자격 정지 · 다시 받는 주기 Ⅰ·Ⅱ 3년, Ⅲ 5년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6144768"/>
            <a:ext cx="11475720" cy="5120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6144768"/>
            <a:ext cx="3840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44개 조항 · 109군데에서 인용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4754880" y="6144768"/>
            <a:ext cx="7040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조항마다 「이건 E01 어디에서 온 것이다」를 달아 두어, 규정이 바뀌면 그 자리만 찾으면 됩니다.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0"/>
            <a:ext cx="11686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 록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474720"/>
            <a:ext cx="1168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방법을 더 알고 싶으신 분을 위해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977640"/>
            <a:ext cx="1168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VS Code 였나  ·  폴더가 이렇게 나뉘어 있다  ·  VS Code 를 이렇게 쓴다  ·  틀리면 어디서 걸리나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①  왜 VS Code 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고를 것이 여럿이었는데 이걸 골랐습니다. 까닭이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65506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15544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안 든다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316736" y="18288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회사가 사 줄 것을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기다릴 필요가 없었습니다. 집에서도 같은 것을 씁니다.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47802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4672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23774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PC 에 그냥 깔린다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265176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권한 없이도 깔립니다. 전산에 요청하고 결재를 올릴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없었습니다.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2724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30098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300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3200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한글이 안 깨진다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347472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문항도 규정도 우리말입니다. 글자가 깨지면 옮기는 일 자체가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됩니다. 이건 생각보다 중요한 조건이었습니다.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95020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412394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16736" y="40233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사람이 많다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316736" y="42976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찾아볼 데가 많습니다. 다음 사람이 이어받을 때도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낯선 물건이 아닙니다.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773168"/>
            <a:ext cx="7223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946904"/>
            <a:ext cx="384048" cy="38404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4672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16736" y="48463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창에서 다 된다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316736" y="51206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 고치기 · 명령 넣기 · 바뀐 데 보기가 한 창에 있습니다.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프로그램을 여럿 띄워 오갈 일이 없었습니다.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28432" y="1481328"/>
            <a:ext cx="4014216" cy="3913632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6176" y="166420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무엇을 안 샀나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66176" y="2103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값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875520" y="2103120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266176" y="2359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· 쓰는 도구 전부 무료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6176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9875520" y="267004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266176" y="29260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— 회사가 이미 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266176" y="32369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데이터베이스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875520" y="3236976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66176" y="3493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구글 시트 — 회사가 이미 씀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66176" y="38039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외주비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38039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8266176" y="405993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짰습니다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66176" y="43708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875520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8266176" y="46268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없습니다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8028432" y="5504688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것은 3주라는 시간뿐입니다.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05332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데 오래 걸리지 않았습니다. 회사 컴퓨터에서 결재 없이 바로 시작할 수 있는 것이 이것뿐이었습니다.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②  폴더가 이렇게 나뉘어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454개를 다섯 자리로 갈라 두었습니다. 무엇을 고칠지에 따라 열 곳이 정해집니다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6093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src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37개 · 16,396줄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60934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· 채점 · 자격 이력 · 인쇄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90195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여기만 고치면 화면이 바뀝니다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304288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23957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tools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70662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137개 · 19,970줄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2395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만들면서 쓴 도구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688336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시험지를 옮기고 틀린 데를 찾는 것들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090672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1821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public/data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3493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234개 · 21,227줄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200400" y="31821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문제은행과 검사절차서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347472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1,369개와 절차서 15종이 여기 있습니다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877056"/>
            <a:ext cx="114757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39684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" y="42793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31개 · 2,642줄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문서와 화면 그림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426110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· E03 원본이 여기 있습니다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663440"/>
            <a:ext cx="11475720" cy="713232"/>
          </a:xfrm>
          <a:prstGeom prst="rect">
            <a:avLst/>
          </a:prstGeom>
          <a:solidFill>
            <a:srgbClr val="F9F9F9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475488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held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" y="50657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229줄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4754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못 채운 문항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5047488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승인이 있어야 채울 수 있는 것들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475720" cy="56692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55412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 파일 454개 · 60,464줄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480560" y="5541264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하나를 고치려면 public/data, 화면을 고치려면 src, 규정을 고치려면 docs. 헤맬 일이 없습니다.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도구가 소스보다 많습니다. 옮기고 맞대어 보는 일이 화면을 만드는 일보다 컸다는 뜻입니다.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③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④  틀리면 어디서 걸리나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그물을 세 겹으로 쳤습니다. 앞에서 놓쳐도 뒤에서 걸립니다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그물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고치는 그 순간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가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따옴표를 안 닫으면 글자 색이 그 자리에서 바뀝니다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괄호 짝이 안 맞으면 빨간 줄이 그어집니다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이름을 잘못 적으면 바로 표시됩니다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1408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BF8F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9696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그물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9696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올리기 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9696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도구 15가지가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69696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채점이 맞는지 은행 24개를 다 풀어 봅니다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69696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규정 원본의 숫자와 프로그램 값을 맞대어 봅니다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69696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종이에 넘치는지, 철자가 틀렸는지까지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461248" y="1517904"/>
            <a:ext cx="3581400" cy="411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B0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44128" y="1700784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 그물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44128" y="1975104"/>
            <a:ext cx="3215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 뒤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644128" y="2414016"/>
            <a:ext cx="321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44128" y="2798064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시험 화면을 직접 열어 눈으로 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644128" y="3364992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인쇄를 걸어 종이에 어떻게 나오는지 봅니다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644128" y="3931920"/>
            <a:ext cx="321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 이상하면 그 덩이만 되돌립니다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760720"/>
            <a:ext cx="11475720" cy="603504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760720"/>
            <a:ext cx="10972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놓친 것이 있었습니다 — 규정과 어긋나 있던 셋은 사람이 규정을 다시 읽다가 찾았습니다.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2026-08-31T06:58:25Z</dcterms:created>
  <dcterms:modified xsi:type="dcterms:W3CDTF">2026-08-31T06:58:25Z</dcterms:modified>
</cp:coreProperties>
</file>